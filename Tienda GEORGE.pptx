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C62B7-1CE8-468D-8201-968AB6507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5CF7F-74BD-4262-8CC6-0235A5905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0897F3-0A00-4E38-816C-5483F0B9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5CCBC3-CD91-4727-B516-B2368D0A2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E4BE59-3EEA-4F6E-9B5E-C99BB403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520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E29AD-CF67-4006-99CF-8DE40CD9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D9015-BAF7-4CFD-AEA2-4E58F04F7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AF3C76-508C-4325-A0AE-CE4DE8AE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7C9C57-340A-4B14-A849-693C8F6B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BC6063-491C-4ED9-BCE0-20618E2A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72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5A683-3138-4DCB-92FA-13C4BFFA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2951DB-EDC4-4E5B-BD6C-1750D0016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A67C93-3D1B-45A6-8579-7B3118BD1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6E2C9E-0581-4AE3-9D24-AA4565A1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C4F7D6-1117-4FFF-9212-70C0B756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744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858B3-BA30-47E3-8003-07998B435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AE56CE-FB7F-4854-B68F-44F89F097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E478AB-4BC8-4163-92AB-D5AB0B367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E6D261-B80E-435A-B117-B518A57D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5C91D5-D8EB-4F29-9B7E-D98B253B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4DBC2A-6198-476E-9CD3-51ABC478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739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9AE71-43A1-4185-BB3C-E4D25F65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10FC94-EA3A-4A17-9419-1AA6CCA86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81F4E0-EFD6-474D-866E-2B92E8358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781ABD-57F1-4447-B02C-FD5A180CA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59F7B-72F7-44C4-98BA-B1F5965F4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AF64B7-FDF0-4F34-8B70-F9E7C787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E44D071-9200-4D21-B9F8-B93C2122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8381AB6-579B-47F5-ACCC-3BD83F6F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353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F434D-B141-4854-8ECE-43C0823E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352047-F4DD-4B0D-91B5-B981151D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118EFB-C5C7-4DBE-BC57-19848E80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AC1EDF-A79F-46C1-9B25-BC1EF454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084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662959-E381-4B13-BFEC-F2559697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940780-19DA-40E3-AB3D-72B01CE5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6103D4-B97C-4CF6-92E7-F99072C1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89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4784B-4635-4E26-BFF6-D227F980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A80931-AA62-48D2-BDD6-B143999E5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62D7D9-8B7D-4BCC-B4AE-9B7F1CFAF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FBCE8E-77CB-4A6A-A019-0B449486E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193F97-AF1E-443A-9A98-AF2CCB92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C0A50F-FD16-4C55-8141-1588A624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51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512F9-6069-43FB-9855-D19860D6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120BDC-6F82-44C3-B93E-BEF67E35A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681D9A-9466-45A4-A398-640B05160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D918F2-D5C8-4FD4-864E-BE7B4DA4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2AEB84-B7ED-466C-9691-A500B4AF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3E6C2F-0799-4BA6-A950-57F7ACB4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844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03633-A44E-4BFE-AF11-F05227AB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81C6F6-1AC6-4C4B-8F01-19FE36BD9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046B2C-2BD9-4225-9B0A-7EE0EBFE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F10078-6278-464E-BB9F-EF2C90DA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468EDA-8101-4F0F-A992-47D504B1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062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CF0351-4CFE-44DC-AE4B-B40F4BC3F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B5EE38-AD35-43D2-8869-5E6B51D14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6FB373-4DAC-46D9-943C-96F1981D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24FAC7-AD37-4C20-9EBD-C2D309361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950D6D-741A-437F-92CA-7A4926D7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9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B062FE-7B59-4FF7-859A-FAEF17B7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2B4149-AD72-42C4-B1F6-8937E2A91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95AD51-4BEE-41EA-99A2-D8B8080A1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B62C7-40A3-4BD6-AA26-A5E55CD341CE}" type="datetimeFigureOut">
              <a:rPr lang="es-MX" smtClean="0"/>
              <a:t>25/09/2025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66955B-C9D5-4E0E-BB7F-97F6999DF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6C2AA8-16A4-4B02-A64B-F0C74469A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EE205-2031-4FD4-9E81-D37BE79BB4E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65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0482B-1530-4BB4-86E3-53B801563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Tienda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77E0F9-25D2-47F0-987F-763688FCBF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40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2CDDA-BD09-47A9-ADD0-D0C67CCD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Pantalla Principal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BAC406B-72F7-413E-9465-6E5DF5EB2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809" y="1825625"/>
            <a:ext cx="6628382" cy="4351338"/>
          </a:xfrm>
        </p:spPr>
      </p:pic>
    </p:spTree>
    <p:extLst>
      <p:ext uri="{BB962C8B-B14F-4D97-AF65-F5344CB8AC3E}">
        <p14:creationId xmlns:p14="http://schemas.microsoft.com/office/powerpoint/2010/main" val="31564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15348-6799-4AAD-9DA9-2E19957D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PRODUCTOS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9A3380-1873-4530-AA38-95005D403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61004"/>
            <a:ext cx="10515600" cy="2080580"/>
          </a:xfrm>
        </p:spPr>
      </p:pic>
    </p:spTree>
    <p:extLst>
      <p:ext uri="{BB962C8B-B14F-4D97-AF65-F5344CB8AC3E}">
        <p14:creationId xmlns:p14="http://schemas.microsoft.com/office/powerpoint/2010/main" val="152724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BA4A2-09F6-4BA7-8084-C49011512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CATEGORIAS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E5E8212-3D78-410C-85C3-8FA1B0207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72452"/>
            <a:ext cx="10515600" cy="2257684"/>
          </a:xfrm>
        </p:spPr>
      </p:pic>
    </p:spTree>
    <p:extLst>
      <p:ext uri="{BB962C8B-B14F-4D97-AF65-F5344CB8AC3E}">
        <p14:creationId xmlns:p14="http://schemas.microsoft.com/office/powerpoint/2010/main" val="259785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FE9F6-3E3B-4E11-9B55-32705349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CLIENTES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2937120-F189-41E9-873A-29ADCBA0E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10464"/>
            <a:ext cx="10515600" cy="2181659"/>
          </a:xfrm>
        </p:spPr>
      </p:pic>
    </p:spTree>
    <p:extLst>
      <p:ext uri="{BB962C8B-B14F-4D97-AF65-F5344CB8AC3E}">
        <p14:creationId xmlns:p14="http://schemas.microsoft.com/office/powerpoint/2010/main" val="2384151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B527A-631D-4309-8BB5-206267CB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330E07B-E615-4C32-B246-C7FBC398D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01788"/>
            <a:ext cx="10439400" cy="1859814"/>
          </a:xfrm>
        </p:spPr>
      </p:pic>
    </p:spTree>
    <p:extLst>
      <p:ext uri="{BB962C8B-B14F-4D97-AF65-F5344CB8AC3E}">
        <p14:creationId xmlns:p14="http://schemas.microsoft.com/office/powerpoint/2010/main" val="4021213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AFF5B-6A8A-4BAB-994D-3949C05C2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PROVEEDORES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DF44CF6-EEBC-4096-8932-FF1C1235A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12082"/>
            <a:ext cx="10515600" cy="2378424"/>
          </a:xfrm>
        </p:spPr>
      </p:pic>
    </p:spTree>
    <p:extLst>
      <p:ext uri="{BB962C8B-B14F-4D97-AF65-F5344CB8AC3E}">
        <p14:creationId xmlns:p14="http://schemas.microsoft.com/office/powerpoint/2010/main" val="65031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61D18-812B-40ED-90E4-3556ADB8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EMPLEADOS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CAC4713-C8CA-4A5D-9564-C4E82D75B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70695"/>
            <a:ext cx="10515600" cy="2061197"/>
          </a:xfrm>
        </p:spPr>
      </p:pic>
    </p:spTree>
    <p:extLst>
      <p:ext uri="{BB962C8B-B14F-4D97-AF65-F5344CB8AC3E}">
        <p14:creationId xmlns:p14="http://schemas.microsoft.com/office/powerpoint/2010/main" val="423926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852FF-A92F-4463-BC3B-852893F0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FORMULARIOS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A05CAC4-E2A4-48E4-B58B-738CCDCF9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6733" y="1825625"/>
            <a:ext cx="3398534" cy="4351338"/>
          </a:xfrm>
        </p:spPr>
      </p:pic>
    </p:spTree>
    <p:extLst>
      <p:ext uri="{BB962C8B-B14F-4D97-AF65-F5344CB8AC3E}">
        <p14:creationId xmlns:p14="http://schemas.microsoft.com/office/powerpoint/2010/main" val="241818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</Words>
  <Application>Microsoft Office PowerPoint</Application>
  <PresentationFormat>Panorámica</PresentationFormat>
  <Paragraphs>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Tienda</vt:lpstr>
      <vt:lpstr>Pantalla Principal</vt:lpstr>
      <vt:lpstr>PRODUCTOS</vt:lpstr>
      <vt:lpstr>CATEGORIAS</vt:lpstr>
      <vt:lpstr>CLIENTES</vt:lpstr>
      <vt:lpstr>VENTAS</vt:lpstr>
      <vt:lpstr>PROVEEDORES</vt:lpstr>
      <vt:lpstr>EMPLEADOS</vt:lpstr>
      <vt:lpstr>EJEMPLO DE FORMULARIOS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Tienda</dc:title>
  <dc:creator>Jorge Contreras Hernandez</dc:creator>
  <cp:lastModifiedBy>Jorge Contreras Hernandez</cp:lastModifiedBy>
  <cp:revision>5</cp:revision>
  <dcterms:created xsi:type="dcterms:W3CDTF">2025-09-26T01:01:57Z</dcterms:created>
  <dcterms:modified xsi:type="dcterms:W3CDTF">2025-09-26T03:59:48Z</dcterms:modified>
</cp:coreProperties>
</file>